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894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1 · 2. Copilot Studio 소개 및 실습 환경 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3. 첫 에이전트 만들기와 Instructions 작성.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4. OneDrive 문서를 Knowledge로 연결하기.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5-1. Instructions 기반 Skill 만들기.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5-2. 파일 기반 Skill로 출장 PPT 템플릿 채우기.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6. Excel 행 추가와 Outlook 메일 조회.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7. 파일 발송·저장 Workflow 만들기.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8. 지식 기반 질문 2개로 Evaluate 평가하기.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9. 에이전트 게시와 Monitor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촬영 구간 구분용. 실습 10. 업로드 파일 요약과 이메일 자동 발송.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 ·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Copilot Studio 소개 및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환경 준비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에이전트 만들기와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Instructions 작성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OneDrive 문서를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Knowledge로 연결하기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5-1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Instructions 기반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Skill 만들기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5-2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기반 Skill로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출장 PPT 템플릿 채우기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 행 추가와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Outlook 메일 조회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발송·저장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Workflow 만들기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기반 질문 2개로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Evaluate 평가하기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게시와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Monitor 확인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417320"/>
            <a:ext cx="2011680" cy="502920"/>
          </a:xfrm>
          <a:prstGeom prst="roundRect">
            <a:avLst/>
          </a:prstGeom>
          <a:solidFill>
            <a:srgbClr val="302442"/>
          </a:solidFill>
          <a:ln w="12700">
            <a:solidFill>
              <a:srgbClr val="30244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149047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8C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8458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 파일 요약과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자동 발송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 rot="2280000">
            <a:off x="9738360" y="192024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A98AF5"/>
          </a:solidFill>
          <a:ln w="12700">
            <a:solidFill>
              <a:srgbClr val="A98A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280000">
            <a:off x="10287000" y="256032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6C8CF5"/>
          </a:solidFill>
          <a:ln w="12700">
            <a:solidFill>
              <a:srgbClr val="6C8CF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280000">
            <a:off x="9738360" y="3200400"/>
            <a:ext cx="384048" cy="1371600"/>
          </a:xfrm>
          <a:prstGeom prst="roundRect">
            <a:avLst>
              <a:gd name="adj" fmla="val 47619"/>
            </a:avLst>
          </a:prstGeom>
          <a:solidFill>
            <a:srgbClr val="70D9CB"/>
          </a:solidFill>
          <a:ln w="12700">
            <a:solidFill>
              <a:srgbClr val="70D9C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DA8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GHCP 하네스 과정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87000" y="5669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ADA8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642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6479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93976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52344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1528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10712" y="6263640"/>
            <a:ext cx="228600" cy="50292"/>
          </a:xfrm>
          <a:prstGeom prst="rect">
            <a:avLst/>
          </a:prstGeom>
          <a:solidFill>
            <a:srgbClr val="3D374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9896" y="6263640"/>
            <a:ext cx="228600" cy="50292"/>
          </a:xfrm>
          <a:prstGeom prst="rect">
            <a:avLst/>
          </a:prstGeom>
          <a:solidFill>
            <a:srgbClr val="B79BF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맑은 고딕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GHCP 하네스 과정 · 실습 제목</dc:title>
  <dc:subject>GHCP 하네스 과정 촬영 구간 구분용 제목 슬라이드</dc:subject>
  <dc:creator>Copilot Studio for Makers</dc:creator>
  <cp:lastModifiedBy>Tony Ahn</cp:lastModifiedBy>
  <cp:revision>1</cp:revision>
  <dcterms:created xsi:type="dcterms:W3CDTF">2026-10-20T03:33:06Z</dcterms:created>
  <dcterms:modified xsi:type="dcterms:W3CDTF">2026-10-20T03:33:09Z</dcterms:modified>
</cp:coreProperties>
</file>