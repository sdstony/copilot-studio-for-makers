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4357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B6D6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TRAVEL PLAN / GHCP LAB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출장 개요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5998464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5E6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교육용 초안 · 승인 문서 아님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409944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D6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PPTX-TRAVEL-REPORT-V1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0" y="64008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6D6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235440" y="2331720"/>
            <a:ext cx="1554480" cy="1554480"/>
          </a:xfrm>
          <a:prstGeom prst="ellipse">
            <a:avLst/>
          </a:prstGeom>
          <a:solidFill>
            <a:srgbClr val="237A70"/>
          </a:solidFill>
          <a:ln w="12700">
            <a:solidFill>
              <a:srgbClr val="237A70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20072" y="2761488"/>
            <a:ext cx="621792" cy="694944"/>
          </a:xfrm>
          <a:prstGeom prst="chevron">
            <a:avLst/>
          </a:prstGeom>
          <a:solidFill>
            <a:srgbClr val="E6B65C"/>
          </a:solidFill>
          <a:ln w="12700">
            <a:solidFill>
              <a:srgbClr val="E6B65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975104"/>
            <a:ext cx="38404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213969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6C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3816" y="2523744"/>
            <a:ext cx="3401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83C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{{DESTINATION}}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4754880" y="1975104"/>
            <a:ext cx="37947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74336" y="2139696"/>
            <a:ext cx="3355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6C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74336" y="2523744"/>
            <a:ext cx="3355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83C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{{START_DATE}} ~ {{END_DATE}}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4360" y="3511296"/>
            <a:ext cx="79552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" y="3675888"/>
            <a:ext cx="7516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6C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출장 목적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3816" y="4059936"/>
            <a:ext cx="75163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83C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{{PURPOSE}}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94360" y="5321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5E6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1인 출장 / 계획 수립과 사전 검토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526C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TRAVEL PLAN / GHCP LAB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83C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일정과 준비 사항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5998464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6C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교육용 초안 · 승인 문서 아님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409944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C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PPTX-TRAVEL-REPORT-V1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0" y="64008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26C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965960"/>
            <a:ext cx="73152" cy="3337560"/>
          </a:xfrm>
          <a:prstGeom prst="rect">
            <a:avLst/>
          </a:prstGeom>
          <a:solidFill>
            <a:srgbClr val="237A70"/>
          </a:solidFill>
          <a:ln w="12700">
            <a:solidFill>
              <a:srgbClr val="237A70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1965960"/>
            <a:ext cx="49377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9576" y="2130552"/>
            <a:ext cx="4498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6C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· 실제 확인된 내용만 기입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79576" y="2514600"/>
            <a:ext cx="4498848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83C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{{SCHEDULE}}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63640" y="1965960"/>
            <a:ext cx="53035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83096" y="2130552"/>
            <a:ext cx="486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6C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 체크리스트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83096" y="2514600"/>
            <a:ext cx="4864608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83C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{{CHECKLIST}}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526C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TRAVEL PLAN / GHCP LAB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83C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경비와 사전 검토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5998464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6C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교육용 초안 · 승인 문서 아님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409944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C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PPTX-TRAVEL-REPORT-V1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0" y="64008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26C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920240"/>
            <a:ext cx="3200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" y="2084832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6C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총액 (KRW)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3816" y="2468880"/>
            <a:ext cx="276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7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{{ESTIMATED_TOTAL}}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114800" y="1920240"/>
            <a:ext cx="32461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34256" y="2084832"/>
            <a:ext cx="2807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6C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숙박 한도 초과 총액 (KRW)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34256" y="2468880"/>
            <a:ext cx="2807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3C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{{EXCESS_TOTAL}}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7680960" y="1920240"/>
            <a:ext cx="3886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0416" y="2084832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6C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숙박 기준 검토 · 승인 여부 아님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00416" y="2468880"/>
            <a:ext cx="3447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3C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{{REVIEW_RESULT}}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4360" y="3520440"/>
            <a:ext cx="5212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" y="3685032"/>
            <a:ext cx="477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6C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내역 (KRW)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3816" y="4069080"/>
            <a:ext cx="477316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83C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{{COST_BREAKDOWN}}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172200" y="3520440"/>
            <a:ext cx="5394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91656" y="3685032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6C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확인 사항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91656" y="4069080"/>
            <a:ext cx="495604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83C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{{OPEN_ITEMS}}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54498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C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{{SOURCES}}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</Words>
  <Application>Microsoft Office PowerPoint</Application>
  <PresentationFormat>Widescreen</PresentationFormat>
  <Paragraphs>40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Malgun Gothic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출장 계획 브리핑 · 교육용 템플릿</dc:title>
  <dc:subject>GHCP travel lab template</dc:subject>
  <dc:creator>Copilot Studio for Makers</dc:creator>
  <cp:lastModifiedBy>Tony Ahn</cp:lastModifiedBy>
  <cp:revision>1</cp:revision>
  <dcterms:created xsi:type="dcterms:W3CDTF">2026-10-14T23:04:17Z</dcterms:created>
  <dcterms:modified xsi:type="dcterms:W3CDTF">2026-10-14T23:09:49Z</dcterms:modified>
</cp:coreProperties>
</file>